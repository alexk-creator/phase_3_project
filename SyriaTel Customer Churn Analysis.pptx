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2749B-93BA-BA99-38DB-BB22DEBD7E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0D6D93-7AA0-1FDD-0AB0-F9EC212536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D8FCB6-176D-EB2A-4606-CE495A08D8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6972D4-58CB-4076-A39D-FAC73C9483E8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610009-8BEC-FBB5-9CF8-3607EEB59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73A5B6-DF9D-DCCB-2981-54B0A2CA7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88650-B7ED-4BF6-85C8-8BED06B1A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241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A4C00-8B85-3873-6C89-DFC89E8A1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1294CC-41CD-618E-0011-0842CE2C97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22E69B-3562-CCF8-C3A2-2723290CC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6972D4-58CB-4076-A39D-FAC73C9483E8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936FF4-1616-A58A-6655-5E0D8F0CF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C484CF-8D76-6919-A4E2-856F445F1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88650-B7ED-4BF6-85C8-8BED06B1A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6841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DE8E2-511C-D43E-4B6C-119C80DF7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A3B4D1-DCD8-D469-2B3E-332568799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2B058D-9C24-3D35-A9AD-9549B1F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6972D4-58CB-4076-A39D-FAC73C9483E8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023110-A4BA-F146-FDB0-932D89C74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AD7D2-C1EC-23B8-EC75-CC4EA5C2B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88650-B7ED-4BF6-85C8-8BED06B1A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411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0C578-3E8B-5B10-E026-09B3B7736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D57F10-C966-141B-B988-8747F6D6C3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773EDD-0124-6560-5B5D-BCE6AA7483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72DBB1-3540-3F6F-79F7-F5F2CD65B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6972D4-58CB-4076-A39D-FAC73C9483E8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14839E-863C-1A13-AD38-EB13BEC06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EF93A5-C487-36C7-F4CA-154C7E2B1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88650-B7ED-4BF6-85C8-8BED06B1A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49194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94FDC-A288-4F61-3EAB-DFD2CF8A5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64A549-1E74-66AB-CADB-F62586C863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810E0B-434F-055A-594E-597FA57EA1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A46376-173D-37F0-7F13-BD9D4153A0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C8E176-F72F-F1FF-C58D-ABE24871E2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4AB3240-F251-A85E-AACE-12F0F4DCD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6972D4-58CB-4076-A39D-FAC73C9483E8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3516C0-9FAF-3134-E7BE-2C0293DD2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FACFDC-D8E4-9CDA-BB6C-4B13420BA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88650-B7ED-4BF6-85C8-8BED06B1A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9765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14584-B61E-F643-9735-092BEB69F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74AA9-1B36-260B-3B3E-60C5A8EDE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6972D4-58CB-4076-A39D-FAC73C9483E8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AB98EC-181B-5C68-2D46-BE7707F80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CD3ACD-C948-AD9D-9F3D-0BCE7BBA9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88650-B7ED-4BF6-85C8-8BED06B1A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184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D5B6F0-327E-0396-6275-4BEC0732B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6972D4-58CB-4076-A39D-FAC73C9483E8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15C1D1-5AD2-769E-7503-419B9D154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B5C48B-5DBC-3A17-776E-5F1F756DA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88650-B7ED-4BF6-85C8-8BED06B1A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8861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C9FAD-826E-9BEE-6116-A96D30412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3F8605-52A6-65BE-1E51-8E256505F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7E3326-90D6-52ED-A32A-A464E4F845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C5B1B1-296D-E41F-B7CB-B1ADA6E51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6972D4-58CB-4076-A39D-FAC73C9483E8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9D3B7-E273-9FFE-5206-8F36A6CDE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7DCE3D-6986-31B2-8D02-2357BF7D8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88650-B7ED-4BF6-85C8-8BED06B1A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47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B86E1-A3FB-266A-13B0-9C84EA450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60E6548-3D82-CC89-A8FF-8997B243B3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20F7AA-D008-0D73-843B-B0A9F32882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8726B8-1F38-655B-51F5-FF09F1150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6972D4-58CB-4076-A39D-FAC73C9483E8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55E16B-9CD9-01A7-A905-A6E089708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92D2C5-C10A-80ED-0936-D36406F2E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88650-B7ED-4BF6-85C8-8BED06B1A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529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5FCD2-9528-A80F-F44E-EA941D347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8117A8-EA76-8D3C-F053-2C31099D85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88B064-214D-1266-0C1B-DFD4B3947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6972D4-58CB-4076-A39D-FAC73C9483E8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2B938-FB41-8742-BD34-65FF4B351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786FD-799A-F824-A892-E6A82BEFA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88650-B7ED-4BF6-85C8-8BED06B1A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975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9D934F9-31DB-BA6A-24CE-7C1C343F1B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265593-80FC-4946-9C08-A56B51B409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CD21A0-9326-5665-F1FA-7974D1EB9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6972D4-58CB-4076-A39D-FAC73C9483E8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3B4868-2060-508A-8F57-2C4D78AAA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65E029-91D0-DC75-C075-8F2C54DF5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88650-B7ED-4BF6-85C8-8BED06B1A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5737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014E3C-6494-4B4F-3F80-700F8FA1E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8A3358-0DEF-8072-5039-02729AB5B9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D9AAAF-DDD0-CE19-BFE6-85860FA740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6972D4-58CB-4076-A39D-FAC73C9483E8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D24E87-F293-2D65-1B4B-DADCB5B60A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A72FA7-19EB-91AE-61E7-0B7CD7E0B4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388650-B7ED-4BF6-85C8-8BED06B1A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797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D40681-0745-B487-5E7C-6A511EE630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i="1" dirty="0" err="1"/>
              <a:t>SyriaTel</a:t>
            </a:r>
            <a:r>
              <a:rPr lang="en-US" b="1" i="1" dirty="0"/>
              <a:t> Customer Churn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2E6475-36D7-C3AB-49D0-8830B5313C4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Predicting Customer Churn to Reduce Revenue Loss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01409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49640-40FE-D207-21F4-DF985B03C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8B701-0B44-11F0-884A-CB463DBC9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SyriaTel</a:t>
            </a:r>
            <a:r>
              <a:rPr lang="en-US" dirty="0"/>
              <a:t> is losing money every time a customer leaves</a:t>
            </a:r>
          </a:p>
          <a:p>
            <a:endParaRPr lang="en-US" dirty="0"/>
          </a:p>
          <a:p>
            <a:r>
              <a:rPr lang="en-US" dirty="0"/>
              <a:t>This analysis predicts which customers are likely to churn</a:t>
            </a:r>
          </a:p>
          <a:p>
            <a:endParaRPr lang="en-US" dirty="0"/>
          </a:p>
          <a:p>
            <a:r>
              <a:rPr lang="en-US" dirty="0"/>
              <a:t>Early identification allows the retention team to </a:t>
            </a:r>
            <a:r>
              <a:rPr lang="en-US" dirty="0" err="1"/>
              <a:t>intervine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3459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31572-74E4-8DB4-D788-F9435B49C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/>
              <a:t> The Business Problem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BBB252-6228-C537-5B62-F8F3AF0D3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Customer churn = lost revenue</a:t>
            </a:r>
          </a:p>
          <a:p>
            <a:endParaRPr lang="en-US" dirty="0"/>
          </a:p>
          <a:p>
            <a:r>
              <a:rPr lang="en-US" dirty="0"/>
              <a:t>Key question: Are there predictable patterns in customer behavior?</a:t>
            </a:r>
          </a:p>
        </p:txBody>
      </p:sp>
    </p:spTree>
    <p:extLst>
      <p:ext uri="{BB962C8B-B14F-4D97-AF65-F5344CB8AC3E}">
        <p14:creationId xmlns:p14="http://schemas.microsoft.com/office/powerpoint/2010/main" val="3421687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E3CF3-F165-A8D9-6A5C-01C4A7FBC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/>
              <a:t>About the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5EA0B3-E0B2-A9A3-9E89-E345CB9CF9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3,333 customer records</a:t>
            </a:r>
          </a:p>
          <a:p>
            <a:endParaRPr lang="en-US" dirty="0"/>
          </a:p>
          <a:p>
            <a:r>
              <a:rPr lang="en-US" dirty="0"/>
              <a:t>21 features including call usage, charges and plans</a:t>
            </a:r>
          </a:p>
          <a:p>
            <a:endParaRPr lang="en-US" dirty="0"/>
          </a:p>
          <a:p>
            <a:r>
              <a:rPr lang="en-US" dirty="0"/>
              <a:t>Only 14.5% of customers churned – imbalanced dataset</a:t>
            </a:r>
          </a:p>
        </p:txBody>
      </p:sp>
    </p:spTree>
    <p:extLst>
      <p:ext uri="{BB962C8B-B14F-4D97-AF65-F5344CB8AC3E}">
        <p14:creationId xmlns:p14="http://schemas.microsoft.com/office/powerpoint/2010/main" val="2278267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CE4A6-935D-237F-6BF0-508437006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/>
              <a:t>Our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8405C8-D7F8-0FEA-4E54-258C44417E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Built 3 models iteratively</a:t>
            </a:r>
          </a:p>
          <a:p>
            <a:endParaRPr lang="en-US" dirty="0"/>
          </a:p>
          <a:p>
            <a:r>
              <a:rPr lang="en-US" dirty="0"/>
              <a:t>Model 1: Logistic Regression(baseline)</a:t>
            </a:r>
          </a:p>
          <a:p>
            <a:endParaRPr lang="en-US" dirty="0"/>
          </a:p>
          <a:p>
            <a:r>
              <a:rPr lang="en-US" dirty="0"/>
              <a:t>Model 2: Decision Tree </a:t>
            </a:r>
          </a:p>
          <a:p>
            <a:endParaRPr lang="en-US" dirty="0"/>
          </a:p>
          <a:p>
            <a:r>
              <a:rPr lang="en-US" dirty="0"/>
              <a:t>Model 3 : Tuned Decision Tree (final model)</a:t>
            </a:r>
          </a:p>
        </p:txBody>
      </p:sp>
    </p:spTree>
    <p:extLst>
      <p:ext uri="{BB962C8B-B14F-4D97-AF65-F5344CB8AC3E}">
        <p14:creationId xmlns:p14="http://schemas.microsoft.com/office/powerpoint/2010/main" val="2012422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29A44-54BF-B884-5F82-854F56268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/>
              <a:t>How Well Does It 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D8ED92-85A9-DCC3-EFF8-7B826FB7B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model correctly identifies 94% of cases</a:t>
            </a:r>
          </a:p>
          <a:p>
            <a:endParaRPr lang="en-US" dirty="0"/>
          </a:p>
          <a:p>
            <a:r>
              <a:rPr lang="en-US" dirty="0"/>
              <a:t>When it flags a churner, it is right 88% of the time</a:t>
            </a:r>
          </a:p>
          <a:p>
            <a:endParaRPr lang="en-US" dirty="0"/>
          </a:p>
          <a:p>
            <a:r>
              <a:rPr lang="en-US" dirty="0"/>
              <a:t>Model performs consistently on both training and test data</a:t>
            </a:r>
          </a:p>
        </p:txBody>
      </p:sp>
    </p:spTree>
    <p:extLst>
      <p:ext uri="{BB962C8B-B14F-4D97-AF65-F5344CB8AC3E}">
        <p14:creationId xmlns:p14="http://schemas.microsoft.com/office/powerpoint/2010/main" val="870802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4FD06-EC1A-CD9B-24B1-057F83F73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/>
              <a:t>Recommendations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4FDBD6-670E-F6CE-BB50-143CCF5D04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Deploy the model to flag at-risk customers automatically</a:t>
            </a:r>
          </a:p>
          <a:p>
            <a:endParaRPr lang="en-US" dirty="0"/>
          </a:p>
          <a:p>
            <a:r>
              <a:rPr lang="en-US" dirty="0"/>
              <a:t>Focus retention efforts on high day charge customers</a:t>
            </a:r>
          </a:p>
          <a:p>
            <a:endParaRPr lang="en-US" dirty="0"/>
          </a:p>
          <a:p>
            <a:r>
              <a:rPr lang="en-US" dirty="0"/>
              <a:t>Offer discounts or upgrades to flagged customers</a:t>
            </a:r>
          </a:p>
        </p:txBody>
      </p:sp>
    </p:spTree>
    <p:extLst>
      <p:ext uri="{BB962C8B-B14F-4D97-AF65-F5344CB8AC3E}">
        <p14:creationId xmlns:p14="http://schemas.microsoft.com/office/powerpoint/2010/main" val="591543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057C7-23FB-0F79-C7CB-6589B66E5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/>
              <a:t>Next Steps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EDAA6-47E5-BB0A-D4AA-FFD32B4571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Try Random Forest for better performance</a:t>
            </a:r>
          </a:p>
          <a:p>
            <a:endParaRPr lang="en-US" dirty="0"/>
          </a:p>
          <a:p>
            <a:r>
              <a:rPr lang="en-US" dirty="0"/>
              <a:t>Address class imbalance using SMOTE</a:t>
            </a:r>
          </a:p>
          <a:p>
            <a:endParaRPr lang="en-US" dirty="0"/>
          </a:p>
          <a:p>
            <a:r>
              <a:rPr lang="en-US" dirty="0"/>
              <a:t>Monitor model performance over time</a:t>
            </a:r>
          </a:p>
        </p:txBody>
      </p:sp>
    </p:spTree>
    <p:extLst>
      <p:ext uri="{BB962C8B-B14F-4D97-AF65-F5344CB8AC3E}">
        <p14:creationId xmlns:p14="http://schemas.microsoft.com/office/powerpoint/2010/main" val="11279097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6B96D-9BF6-3F9E-C62C-8B7216017D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i="1" u="sng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8A66A3-F120-D367-8766-E56475B9C3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5073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194</Words>
  <Application>Microsoft Office PowerPoint</Application>
  <PresentationFormat>Widescreen</PresentationFormat>
  <Paragraphs>46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SyriaTel Customer Churn Analysis</vt:lpstr>
      <vt:lpstr>Overview</vt:lpstr>
      <vt:lpstr> The Business Problem </vt:lpstr>
      <vt:lpstr>About the Data</vt:lpstr>
      <vt:lpstr>Our Approach</vt:lpstr>
      <vt:lpstr>How Well Does It Work?</vt:lpstr>
      <vt:lpstr>Recommendations </vt:lpstr>
      <vt:lpstr>Next Steps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Keith Njihia</dc:creator>
  <cp:lastModifiedBy>Keith Njihia</cp:lastModifiedBy>
  <cp:revision>1</cp:revision>
  <dcterms:created xsi:type="dcterms:W3CDTF">2026-05-02T10:51:44Z</dcterms:created>
  <dcterms:modified xsi:type="dcterms:W3CDTF">2026-05-02T11:00:58Z</dcterms:modified>
</cp:coreProperties>
</file>