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ith Njihia" userId="1e99fe23f231bfb1" providerId="LiveId" clId="{3A04604A-EEBB-4A6F-99F6-790ED387411E}"/>
    <pc:docChg chg="addSld delSld modSld">
      <pc:chgData name="Keith Njihia" userId="1e99fe23f231bfb1" providerId="LiveId" clId="{3A04604A-EEBB-4A6F-99F6-790ED387411E}" dt="2026-05-04T14:50:20.893" v="60" actId="14100"/>
      <pc:docMkLst>
        <pc:docMk/>
      </pc:docMkLst>
      <pc:sldChg chg="new del">
        <pc:chgData name="Keith Njihia" userId="1e99fe23f231bfb1" providerId="LiveId" clId="{3A04604A-EEBB-4A6F-99F6-790ED387411E}" dt="2026-05-03T19:26:53.917" v="29" actId="2696"/>
        <pc:sldMkLst>
          <pc:docMk/>
          <pc:sldMk cId="3042223956" sldId="267"/>
        </pc:sldMkLst>
      </pc:sldChg>
      <pc:sldChg chg="addSp delSp modSp new mod">
        <pc:chgData name="Keith Njihia" userId="1e99fe23f231bfb1" providerId="LiveId" clId="{3A04604A-EEBB-4A6F-99F6-790ED387411E}" dt="2026-05-03T19:26:42.383" v="28" actId="255"/>
        <pc:sldMkLst>
          <pc:docMk/>
          <pc:sldMk cId="2035054528" sldId="268"/>
        </pc:sldMkLst>
        <pc:spChg chg="mod">
          <ac:chgData name="Keith Njihia" userId="1e99fe23f231bfb1" providerId="LiveId" clId="{3A04604A-EEBB-4A6F-99F6-790ED387411E}" dt="2026-05-03T19:24:36.242" v="26" actId="20577"/>
          <ac:spMkLst>
            <pc:docMk/>
            <pc:sldMk cId="2035054528" sldId="268"/>
            <ac:spMk id="2" creationId="{88B47FAE-4899-D85B-FC8F-BA6B3520BB4F}"/>
          </ac:spMkLst>
        </pc:spChg>
        <pc:spChg chg="del">
          <ac:chgData name="Keith Njihia" userId="1e99fe23f231bfb1" providerId="LiveId" clId="{3A04604A-EEBB-4A6F-99F6-790ED387411E}" dt="2026-05-03T19:23:20.880" v="2" actId="931"/>
          <ac:spMkLst>
            <pc:docMk/>
            <pc:sldMk cId="2035054528" sldId="268"/>
            <ac:spMk id="3" creationId="{9C256FE3-261F-8BEC-9143-7A67BAAE4B98}"/>
          </ac:spMkLst>
        </pc:spChg>
        <pc:spChg chg="mod">
          <ac:chgData name="Keith Njihia" userId="1e99fe23f231bfb1" providerId="LiveId" clId="{3A04604A-EEBB-4A6F-99F6-790ED387411E}" dt="2026-05-03T19:26:42.383" v="28" actId="255"/>
          <ac:spMkLst>
            <pc:docMk/>
            <pc:sldMk cId="2035054528" sldId="268"/>
            <ac:spMk id="4" creationId="{FFCA16F8-8757-107E-DACD-079EAB68552F}"/>
          </ac:spMkLst>
        </pc:spChg>
        <pc:picChg chg="add mod ord">
          <ac:chgData name="Keith Njihia" userId="1e99fe23f231bfb1" providerId="LiveId" clId="{3A04604A-EEBB-4A6F-99F6-790ED387411E}" dt="2026-05-03T19:23:42.195" v="6" actId="1076"/>
          <ac:picMkLst>
            <pc:docMk/>
            <pc:sldMk cId="2035054528" sldId="268"/>
            <ac:picMk id="6" creationId="{730D1528-AA25-B315-ACE0-87F6CF5BCC62}"/>
          </ac:picMkLst>
        </pc:picChg>
      </pc:sldChg>
      <pc:sldChg chg="addSp delSp modSp new mod">
        <pc:chgData name="Keith Njihia" userId="1e99fe23f231bfb1" providerId="LiveId" clId="{3A04604A-EEBB-4A6F-99F6-790ED387411E}" dt="2026-05-04T14:50:20.893" v="60" actId="14100"/>
        <pc:sldMkLst>
          <pc:docMk/>
          <pc:sldMk cId="3537947912" sldId="269"/>
        </pc:sldMkLst>
        <pc:spChg chg="mod">
          <ac:chgData name="Keith Njihia" userId="1e99fe23f231bfb1" providerId="LiveId" clId="{3A04604A-EEBB-4A6F-99F6-790ED387411E}" dt="2026-05-04T14:48:13.985" v="51" actId="20577"/>
          <ac:spMkLst>
            <pc:docMk/>
            <pc:sldMk cId="3537947912" sldId="269"/>
            <ac:spMk id="2" creationId="{77AA07ED-B312-7096-53A7-7656CF82BF26}"/>
          </ac:spMkLst>
        </pc:spChg>
        <pc:spChg chg="del">
          <ac:chgData name="Keith Njihia" userId="1e99fe23f231bfb1" providerId="LiveId" clId="{3A04604A-EEBB-4A6F-99F6-790ED387411E}" dt="2026-05-04T14:49:50.840" v="54" actId="931"/>
          <ac:spMkLst>
            <pc:docMk/>
            <pc:sldMk cId="3537947912" sldId="269"/>
            <ac:spMk id="3" creationId="{C1BC9BFD-7A2F-40D4-D178-42153DA18CC4}"/>
          </ac:spMkLst>
        </pc:spChg>
        <pc:spChg chg="mod">
          <ac:chgData name="Keith Njihia" userId="1e99fe23f231bfb1" providerId="LiveId" clId="{3A04604A-EEBB-4A6F-99F6-790ED387411E}" dt="2026-05-04T14:49:31.438" v="53"/>
          <ac:spMkLst>
            <pc:docMk/>
            <pc:sldMk cId="3537947912" sldId="269"/>
            <ac:spMk id="4" creationId="{67BE4FC2-1F90-6AE5-C765-503DEF99A078}"/>
          </ac:spMkLst>
        </pc:spChg>
        <pc:picChg chg="add mod ord">
          <ac:chgData name="Keith Njihia" userId="1e99fe23f231bfb1" providerId="LiveId" clId="{3A04604A-EEBB-4A6F-99F6-790ED387411E}" dt="2026-05-04T14:50:20.893" v="60" actId="14100"/>
          <ac:picMkLst>
            <pc:docMk/>
            <pc:sldMk cId="3537947912" sldId="269"/>
            <ac:picMk id="6" creationId="{6E2A2413-F29D-364B-CD75-DF2367A6B65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2749B-93BA-BA99-38DB-BB22DEBD7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D6D93-7AA0-1FDD-0AB0-F9EC21253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8FCB6-176D-EB2A-4606-CE495A08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72D4-58CB-4076-A39D-FAC73C9483E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10009-8BEC-FBB5-9CF8-3607EEB5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3A5B6-DF9D-DCCB-2981-54B0A2CA7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8650-B7ED-4BF6-85C8-8BED06B1A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41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A4C00-8B85-3873-6C89-DFC89E8A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294CC-41CD-618E-0011-0842CE2C9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2E69B-3562-CCF8-C3A2-2723290CC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72D4-58CB-4076-A39D-FAC73C9483E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36FF4-1616-A58A-6655-5E0D8F0C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484CF-8D76-6919-A4E2-856F445F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8650-B7ED-4BF6-85C8-8BED06B1A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84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E8E2-511C-D43E-4B6C-119C80DF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3B4D1-DCD8-D469-2B3E-332568799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B058D-9C24-3D35-A9AD-9549B1F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72D4-58CB-4076-A39D-FAC73C9483E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23110-A4BA-F146-FDB0-932D89C74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AD7D2-C1EC-23B8-EC75-CC4EA5C2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8650-B7ED-4BF6-85C8-8BED06B1A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1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0C578-3E8B-5B10-E026-09B3B773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57F10-C966-141B-B988-8747F6D6C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EDD-0124-6560-5B5D-BCE6AA748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2DBB1-3540-3F6F-79F7-F5F2CD65B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72D4-58CB-4076-A39D-FAC73C9483E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4839E-863C-1A13-AD38-EB13BEC06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F93A5-C487-36C7-F4CA-154C7E2B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8650-B7ED-4BF6-85C8-8BED06B1A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19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94FDC-A288-4F61-3EAB-DFD2CF8A5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4A549-1E74-66AB-CADB-F62586C86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10E0B-434F-055A-594E-597FA57EA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A46376-173D-37F0-7F13-BD9D4153A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C8E176-F72F-F1FF-C58D-ABE24871E2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AB3240-F251-A85E-AACE-12F0F4DC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72D4-58CB-4076-A39D-FAC73C9483E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3516C0-9FAF-3134-E7BE-2C0293DD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ACFDC-D8E4-9CDA-BB6C-4B13420BA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8650-B7ED-4BF6-85C8-8BED06B1A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76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4584-B61E-F643-9735-092BEB69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74AA9-1B36-260B-3B3E-60C5A8ED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72D4-58CB-4076-A39D-FAC73C9483E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B98EC-181B-5C68-2D46-BE7707F80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D3ACD-C948-AD9D-9F3D-0BCE7BBA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8650-B7ED-4BF6-85C8-8BED06B1A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8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D5B6F0-327E-0396-6275-4BEC0732B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72D4-58CB-4076-A39D-FAC73C9483E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15C1D1-5AD2-769E-7503-419B9D154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5C48B-5DBC-3A17-776E-5F1F756D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8650-B7ED-4BF6-85C8-8BED06B1A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8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9FAD-826E-9BEE-6116-A96D3041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F8605-52A6-65BE-1E51-8E256505F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E3326-90D6-52ED-A32A-A464E4F84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5B1B1-296D-E41F-B7CB-B1ADA6E51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72D4-58CB-4076-A39D-FAC73C9483E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9D3B7-E273-9FFE-5206-8F36A6CD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DCE3D-6986-31B2-8D02-2357BF7D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8650-B7ED-4BF6-85C8-8BED06B1A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7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B86E1-A3FB-266A-13B0-9C84EA450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E6548-3D82-CC89-A8FF-8997B243B3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0F7AA-D008-0D73-843B-B0A9F3288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726B8-1F38-655B-51F5-FF09F115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72D4-58CB-4076-A39D-FAC73C9483E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5E16B-9CD9-01A7-A905-A6E089708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2D2C5-C10A-80ED-0936-D36406F2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8650-B7ED-4BF6-85C8-8BED06B1A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29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FCD2-9528-A80F-F44E-EA941D34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117A8-EA76-8D3C-F053-2C31099D8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8B064-214D-1266-0C1B-DFD4B3947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72D4-58CB-4076-A39D-FAC73C9483E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2B938-FB41-8742-BD34-65FF4B35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786FD-799A-F824-A892-E6A82BEF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8650-B7ED-4BF6-85C8-8BED06B1A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9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D934F9-31DB-BA6A-24CE-7C1C343F1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65593-80FC-4946-9C08-A56B51B40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D21A0-9326-5665-F1FA-7974D1EB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72D4-58CB-4076-A39D-FAC73C9483E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B4868-2060-508A-8F57-2C4D78AAA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5E029-91D0-DC75-C075-8F2C54DF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8650-B7ED-4BF6-85C8-8BED06B1A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73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E3C-6494-4B4F-3F80-700F8FA1E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A3358-0DEF-8072-5039-02729AB5B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9AAAF-DDD0-CE19-BFE6-85860FA74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972D4-58CB-4076-A39D-FAC73C9483E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24E87-F293-2D65-1B4B-DADCB5B60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72FA7-19EB-91AE-61E7-0B7CD7E0B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88650-B7ED-4BF6-85C8-8BED06B1A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9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40681-0745-B487-5E7C-6A511EE630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 err="1"/>
              <a:t>SyriaTel</a:t>
            </a:r>
            <a:r>
              <a:rPr lang="en-US" b="1" i="1" dirty="0"/>
              <a:t> Customer Churn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E6475-36D7-C3AB-49D0-8830B5313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Predicting Customer Churn to Reduce Revenue Loss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14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49640-40FE-D207-21F4-DF985B03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8B701-0B44-11F0-884A-CB463DBC9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SyriaTel</a:t>
            </a:r>
            <a:r>
              <a:rPr lang="en-US" dirty="0"/>
              <a:t> is losing money every time a customer leaves</a:t>
            </a:r>
          </a:p>
          <a:p>
            <a:endParaRPr lang="en-US" dirty="0"/>
          </a:p>
          <a:p>
            <a:r>
              <a:rPr lang="en-US" dirty="0"/>
              <a:t>This analysis predicts which customers are likely to churn</a:t>
            </a:r>
          </a:p>
          <a:p>
            <a:endParaRPr lang="en-US" dirty="0"/>
          </a:p>
          <a:p>
            <a:r>
              <a:rPr lang="en-US" dirty="0"/>
              <a:t>Early identification allows the retention team to </a:t>
            </a:r>
            <a:r>
              <a:rPr lang="en-US" dirty="0" err="1"/>
              <a:t>intervine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345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1572-74E4-8DB4-D788-F9435B49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 The Business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BB252-6228-C537-5B62-F8F3AF0D3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churn = lost revenue</a:t>
            </a:r>
          </a:p>
          <a:p>
            <a:endParaRPr lang="en-US" dirty="0"/>
          </a:p>
          <a:p>
            <a:r>
              <a:rPr lang="en-US" dirty="0"/>
              <a:t>Key question: Are there predictable patterns in customer behavior?</a:t>
            </a:r>
          </a:p>
        </p:txBody>
      </p:sp>
    </p:spTree>
    <p:extLst>
      <p:ext uri="{BB962C8B-B14F-4D97-AF65-F5344CB8AC3E}">
        <p14:creationId xmlns:p14="http://schemas.microsoft.com/office/powerpoint/2010/main" val="3421687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E3CF3-F165-A8D9-6A5C-01C4A7FBC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About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EA0B3-E0B2-A9A3-9E89-E345CB9CF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3,333 customer records</a:t>
            </a:r>
          </a:p>
          <a:p>
            <a:endParaRPr lang="en-US" dirty="0"/>
          </a:p>
          <a:p>
            <a:r>
              <a:rPr lang="en-US" dirty="0"/>
              <a:t>21 features including call usage, charges and plans</a:t>
            </a:r>
          </a:p>
          <a:p>
            <a:endParaRPr lang="en-US" dirty="0"/>
          </a:p>
          <a:p>
            <a:r>
              <a:rPr lang="en-US" dirty="0"/>
              <a:t>Only 14.5% of customers churned – imbalanced dataset</a:t>
            </a:r>
          </a:p>
        </p:txBody>
      </p:sp>
    </p:spTree>
    <p:extLst>
      <p:ext uri="{BB962C8B-B14F-4D97-AF65-F5344CB8AC3E}">
        <p14:creationId xmlns:p14="http://schemas.microsoft.com/office/powerpoint/2010/main" val="2278267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47FAE-4899-D85B-FC8F-BA6B3520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Churn Distribution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30D1528-AA25-B315-ACE0-87F6CF5BCC6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" r="2869"/>
          <a:stretch>
            <a:fillRect/>
          </a:stretch>
        </p:blipFill>
        <p:spPr>
          <a:xfrm>
            <a:off x="4870347" y="825397"/>
            <a:ext cx="6594662" cy="520720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A16F8-8757-107E-DACD-079EAB685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Only 14.5% of customers churned (483 out of 3,333) — early identification is key to reducing revenue loss</a:t>
            </a:r>
          </a:p>
        </p:txBody>
      </p:sp>
    </p:spTree>
    <p:extLst>
      <p:ext uri="{BB962C8B-B14F-4D97-AF65-F5344CB8AC3E}">
        <p14:creationId xmlns:p14="http://schemas.microsoft.com/office/powerpoint/2010/main" val="203505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07ED-B312-7096-53A7-7656CF82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What Drives Churn ?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E2A2413-F29D-364B-CD75-DF2367A6B65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7" r="3917"/>
          <a:stretch>
            <a:fillRect/>
          </a:stretch>
        </p:blipFill>
        <p:spPr>
          <a:xfrm>
            <a:off x="5368413" y="859606"/>
            <a:ext cx="6646606" cy="557069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E4FC2-1F90-6AE5-C765-503DEF99A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Customers who churned paid significantly higher day charges — targeting these customers early can prevent revenue loss</a:t>
            </a:r>
          </a:p>
        </p:txBody>
      </p:sp>
    </p:spTree>
    <p:extLst>
      <p:ext uri="{BB962C8B-B14F-4D97-AF65-F5344CB8AC3E}">
        <p14:creationId xmlns:p14="http://schemas.microsoft.com/office/powerpoint/2010/main" val="3537947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E4A6-935D-237F-6BF0-50843700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Our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405C8-D7F8-0FEA-4E54-258C44417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3 models iteratively</a:t>
            </a:r>
          </a:p>
          <a:p>
            <a:endParaRPr lang="en-US" dirty="0"/>
          </a:p>
          <a:p>
            <a:r>
              <a:rPr lang="en-US" dirty="0"/>
              <a:t>Model 1: Logistic Regression(baseline)</a:t>
            </a:r>
          </a:p>
          <a:p>
            <a:endParaRPr lang="en-US" dirty="0"/>
          </a:p>
          <a:p>
            <a:r>
              <a:rPr lang="en-US" dirty="0"/>
              <a:t>Model 2: Decision Tree </a:t>
            </a:r>
          </a:p>
          <a:p>
            <a:endParaRPr lang="en-US" dirty="0"/>
          </a:p>
          <a:p>
            <a:r>
              <a:rPr lang="en-US" dirty="0"/>
              <a:t>Model 3 : Tuned Decision Tree (final model)</a:t>
            </a:r>
          </a:p>
        </p:txBody>
      </p:sp>
    </p:spTree>
    <p:extLst>
      <p:ext uri="{BB962C8B-B14F-4D97-AF65-F5344CB8AC3E}">
        <p14:creationId xmlns:p14="http://schemas.microsoft.com/office/powerpoint/2010/main" val="2012422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9A44-54BF-B884-5F82-854F56268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How Well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8ED92-85A9-DCC3-EFF8-7B826FB7B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model correctly identifies 94% of cases</a:t>
            </a:r>
          </a:p>
          <a:p>
            <a:endParaRPr lang="en-US" dirty="0"/>
          </a:p>
          <a:p>
            <a:r>
              <a:rPr lang="en-US" dirty="0"/>
              <a:t>When it flags a churner, it is right 88% of the time</a:t>
            </a:r>
          </a:p>
          <a:p>
            <a:endParaRPr lang="en-US" dirty="0"/>
          </a:p>
          <a:p>
            <a:r>
              <a:rPr lang="en-US" dirty="0"/>
              <a:t>Model performs consistently on both training and test data</a:t>
            </a:r>
          </a:p>
        </p:txBody>
      </p:sp>
    </p:spTree>
    <p:extLst>
      <p:ext uri="{BB962C8B-B14F-4D97-AF65-F5344CB8AC3E}">
        <p14:creationId xmlns:p14="http://schemas.microsoft.com/office/powerpoint/2010/main" val="870802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FD06-EC1A-CD9B-24B1-057F83F73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FDBD6-670E-F6CE-BB50-143CCF5D0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 the model to flag at-risk customers automatically</a:t>
            </a:r>
          </a:p>
          <a:p>
            <a:endParaRPr lang="en-US" dirty="0"/>
          </a:p>
          <a:p>
            <a:r>
              <a:rPr lang="en-US" dirty="0"/>
              <a:t>Focus retention efforts on high day charge customers</a:t>
            </a:r>
          </a:p>
          <a:p>
            <a:endParaRPr lang="en-US" dirty="0"/>
          </a:p>
          <a:p>
            <a:r>
              <a:rPr lang="en-US" dirty="0"/>
              <a:t>Offer discounts or upgrades to flagged customers</a:t>
            </a:r>
          </a:p>
        </p:txBody>
      </p:sp>
    </p:spTree>
    <p:extLst>
      <p:ext uri="{BB962C8B-B14F-4D97-AF65-F5344CB8AC3E}">
        <p14:creationId xmlns:p14="http://schemas.microsoft.com/office/powerpoint/2010/main" val="591543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57C7-23FB-0F79-C7CB-6589B66E5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Next Steps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EDAA6-47E5-BB0A-D4AA-FFD32B457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Random Forest for better performance</a:t>
            </a:r>
          </a:p>
          <a:p>
            <a:endParaRPr lang="en-US" dirty="0"/>
          </a:p>
          <a:p>
            <a:r>
              <a:rPr lang="en-US" dirty="0"/>
              <a:t>Address class imbalance using SMOTE</a:t>
            </a:r>
          </a:p>
          <a:p>
            <a:endParaRPr lang="en-US" dirty="0"/>
          </a:p>
          <a:p>
            <a:r>
              <a:rPr lang="en-US" dirty="0"/>
              <a:t>Monitor model performance over time</a:t>
            </a:r>
          </a:p>
        </p:txBody>
      </p:sp>
    </p:spTree>
    <p:extLst>
      <p:ext uri="{BB962C8B-B14F-4D97-AF65-F5344CB8AC3E}">
        <p14:creationId xmlns:p14="http://schemas.microsoft.com/office/powerpoint/2010/main" val="1127909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B96D-9BF6-3F9E-C62C-8B7216017D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u="sng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A66A3-F120-D367-8766-E56475B9C3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507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3118</TotalTime>
  <Words>238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SyriaTel Customer Churn Analysis</vt:lpstr>
      <vt:lpstr>Overview</vt:lpstr>
      <vt:lpstr> The Business Problem </vt:lpstr>
      <vt:lpstr>About the Data</vt:lpstr>
      <vt:lpstr>Churn Distribution</vt:lpstr>
      <vt:lpstr>What Drives Churn ?</vt:lpstr>
      <vt:lpstr>Our Approach</vt:lpstr>
      <vt:lpstr>How Well Does It Work?</vt:lpstr>
      <vt:lpstr>Recommendations </vt:lpstr>
      <vt:lpstr>Next Steps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Njihia</dc:creator>
  <cp:lastModifiedBy>Keith Njihia</cp:lastModifiedBy>
  <cp:revision>1</cp:revision>
  <dcterms:created xsi:type="dcterms:W3CDTF">2026-05-02T10:51:44Z</dcterms:created>
  <dcterms:modified xsi:type="dcterms:W3CDTF">2026-05-04T14:50:25Z</dcterms:modified>
</cp:coreProperties>
</file>